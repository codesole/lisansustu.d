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custDataLst>
    <p:tags r:id="rId23"/>
  </p:custData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68D4-C726-4B66-8FAF-4B0D00DDA763}" type="datetimeFigureOut">
              <a:rPr lang="tr-TR" smtClean="0"/>
              <a:t>27.03.2021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F3FDC-BE8A-4DAD-838B-1B698BA9FF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972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68D4-C726-4B66-8FAF-4B0D00DDA763}" type="datetimeFigureOut">
              <a:rPr lang="tr-TR" smtClean="0"/>
              <a:t>27.03.2021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F3FDC-BE8A-4DAD-838B-1B698BA9FF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782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68D4-C726-4B66-8FAF-4B0D00DDA763}" type="datetimeFigureOut">
              <a:rPr lang="tr-TR" smtClean="0"/>
              <a:t>27.03.2021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F3FDC-BE8A-4DAD-838B-1B698BA9FF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7829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68D4-C726-4B66-8FAF-4B0D00DDA763}" type="datetimeFigureOut">
              <a:rPr lang="tr-TR" smtClean="0"/>
              <a:t>27.03.2021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F3FDC-BE8A-4DAD-838B-1B698BA9FF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9503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68D4-C726-4B66-8FAF-4B0D00DDA763}" type="datetimeFigureOut">
              <a:rPr lang="tr-TR" smtClean="0"/>
              <a:t>27.03.2021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F3FDC-BE8A-4DAD-838B-1B698BA9FF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752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68D4-C726-4B66-8FAF-4B0D00DDA763}" type="datetimeFigureOut">
              <a:rPr lang="tr-TR" smtClean="0"/>
              <a:t>27.03.2021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F3FDC-BE8A-4DAD-838B-1B698BA9FF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8917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68D4-C726-4B66-8FAF-4B0D00DDA763}" type="datetimeFigureOut">
              <a:rPr lang="tr-TR" smtClean="0"/>
              <a:t>27.03.2021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F3FDC-BE8A-4DAD-838B-1B698BA9FF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7176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68D4-C726-4B66-8FAF-4B0D00DDA763}" type="datetimeFigureOut">
              <a:rPr lang="tr-TR" smtClean="0"/>
              <a:t>27.03.2021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F3FDC-BE8A-4DAD-838B-1B698BA9FF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5832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68D4-C726-4B66-8FAF-4B0D00DDA763}" type="datetimeFigureOut">
              <a:rPr lang="tr-TR" smtClean="0"/>
              <a:t>27.03.2021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F3FDC-BE8A-4DAD-838B-1B698BA9FF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9634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68D4-C726-4B66-8FAF-4B0D00DDA763}" type="datetimeFigureOut">
              <a:rPr lang="tr-TR" smtClean="0"/>
              <a:t>27.03.2021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F3FDC-BE8A-4DAD-838B-1B698BA9FF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1895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68D4-C726-4B66-8FAF-4B0D00DDA763}" type="datetimeFigureOut">
              <a:rPr lang="tr-TR" smtClean="0"/>
              <a:t>27.03.2021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F3FDC-BE8A-4DAD-838B-1B698BA9FF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3464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068D4-C726-4B66-8FAF-4B0D00DDA763}" type="datetimeFigureOut">
              <a:rPr lang="tr-TR" smtClean="0"/>
              <a:t>27.03.2021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F3FDC-BE8A-4DAD-838B-1B698BA9FFE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4305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Uygulamalı Regresyon_Ders2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100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144" y="112197"/>
            <a:ext cx="1163467" cy="335478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482" y="530054"/>
            <a:ext cx="6113627" cy="601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6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694" y="74141"/>
            <a:ext cx="4975177" cy="64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03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185" y="247135"/>
            <a:ext cx="4866848" cy="641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33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912" y="107092"/>
            <a:ext cx="4913894" cy="644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4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093" y="263611"/>
            <a:ext cx="4763702" cy="647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53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014" y="148281"/>
            <a:ext cx="4849579" cy="642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323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180" y="181232"/>
            <a:ext cx="4757236" cy="635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32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895" y="255373"/>
            <a:ext cx="4471344" cy="598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20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556" y="156519"/>
            <a:ext cx="4440296" cy="643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8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422" y="205946"/>
            <a:ext cx="5348320" cy="646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297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302" y="247135"/>
            <a:ext cx="4840746" cy="642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825" y="156519"/>
            <a:ext cx="4837122" cy="630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46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080" y="148280"/>
            <a:ext cx="4720835" cy="641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58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716" y="368791"/>
            <a:ext cx="7474880" cy="603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737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876" y="332838"/>
            <a:ext cx="7620000" cy="2457450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412" y="2790288"/>
            <a:ext cx="71056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72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32" y="185335"/>
            <a:ext cx="7290422" cy="608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639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53" y="505261"/>
            <a:ext cx="7126842" cy="342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157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436" y="432851"/>
            <a:ext cx="7390114" cy="613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793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673" y="272468"/>
            <a:ext cx="6234716" cy="642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53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760" y="110140"/>
            <a:ext cx="6413477" cy="638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927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İQUEIDENTİFİER" val="Empty"/>
</p:tagLst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2</Words>
  <Application>Microsoft Office PowerPoint</Application>
  <PresentationFormat>Geniş ekran</PresentationFormat>
  <Paragraphs>1</Paragraphs>
  <Slides>21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Teması</vt:lpstr>
      <vt:lpstr>Uygulamalı Regresyon_Ders2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Uygulamalı Regresyon_Ders2</dc:title>
  <dc:creator>Hewlett-Packard Company</dc:creator>
  <cp:lastModifiedBy>YTU-USER</cp:lastModifiedBy>
  <cp:revision>33</cp:revision>
  <dcterms:created xsi:type="dcterms:W3CDTF">2021-03-17T11:04:59Z</dcterms:created>
  <dcterms:modified xsi:type="dcterms:W3CDTF">2021-03-27T20:10:51Z</dcterms:modified>
</cp:coreProperties>
</file>